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1772"/>
            <a:ext cx="2838379" cy="287139"/>
          </a:xfrm>
          <a:prstGeom prst="roundRect">
            <a:avLst>
              <a:gd name="adj" fmla="val 7899"/>
            </a:avLst>
          </a:prstGeom>
          <a:solidFill>
            <a:srgbClr val="4A030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98426"/>
            <a:ext cx="32211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PS-3Y-01 • SDG 2 — ZERO HUNGER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4516"/>
            <a:ext cx="497718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Intelligent Food Demand Forecasting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74826"/>
            <a:ext cx="49771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AI-powered canteen management system that predicts tomorrow's meal demand and cuts food wastage — one plate at a time.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6166" y="841772"/>
            <a:ext cx="5184844" cy="5174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4392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Problem: Canteens Plan on Gut Feeling, Not Data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233360" y="1681361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5386848" y="1834852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Over-Preparation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86848" y="2149574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cooking quantities ignore daily attendance swings, creating surplus food every single day.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33360" y="2873077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5386848" y="3026569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Blind to Calendar Effects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86848" y="3341291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Holidays, exam weeks, and events swing turnout by 30–50%, yet menus are planned the same way regardless.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33360" y="4064794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5386848" y="4218285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Silent, Unmeasured Waste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86848" y="4533007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tracking, canteens cannot see how much food — or money — is thrown away, so nothing improves.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33360" y="5256510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434348"/>
          </a:solidFill>
          <a:ln/>
        </p:spPr>
      </p:sp>
      <p:sp>
        <p:nvSpPr>
          <p:cNvPr id="14" name="Text 11"/>
          <p:cNvSpPr/>
          <p:nvPr/>
        </p:nvSpPr>
        <p:spPr>
          <a:xfrm>
            <a:off x="5386848" y="5410002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Visibility for Managers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86848" y="5724723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have no dashboard to compare forecasts vs. actual consumption or spot waste trends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5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 &amp; Deliverables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445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are building, end to end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59608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96832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Time-Series Demand Model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377009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next-day meal counts per menu item from historical consumption, attendance, and calendar signals.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259608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296832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Wastage Estimation &amp; Insights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3377009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predicted surplus/shortfall and surface concrete reduction recommendations to canteen staff.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5987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06859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Analytics Dashboard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475" y="547727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pane for forecasts, waste trends, and data management — built for daily use, not just demos.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359870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3915" y="506859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Historical Trend Analysis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13915" y="547727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Drill-down views of past consumption patterns to explain why the model predicts what it predicts.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canteen data to a same-day forecast — automated every morning before service begins.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645" y="1076027"/>
            <a:ext cx="9696406" cy="5298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6245" y="3558773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Sources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99678" y="3524298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Forecasting Engine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28174" y="3382493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Analytics Dashboard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42778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nightly batch job retrains features and updates forecasts each morning — always current, always actionable.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Component — Forecasting Approach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regression + time-series ensemble tuned for daily meal counts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169306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Sample Output: Actual vs. Predicted Demand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487" y="1893788"/>
            <a:ext cx="5319083" cy="3828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487" y="5775623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sample data for demonstration purposes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Sources &amp; Feature Engineering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model learns from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52355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 in Action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718421"/>
            <a:ext cx="5319083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signals are transformed into predictive features — rolling averages smooth noise, lag features capture momentum, and a seasonality index encodes weekly patterns. Together, they give the model the context to distinguish a normal Tuesday from a rainy exam-week Friday.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70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Waste Estimation &amp; Reduction Insights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57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the demand gap into an actionable waste signal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430760"/>
            <a:ext cx="5476043" cy="3480098"/>
          </a:xfrm>
          <a:prstGeom prst="roundRect">
            <a:avLst>
              <a:gd name="adj" fmla="val 815"/>
            </a:avLst>
          </a:prstGeom>
          <a:solidFill>
            <a:srgbClr val="FDC4C4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61977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~12% Average Daily Surplus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104059"/>
            <a:ext cx="509802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across the sample week — representing meals and money that could be saved with smarter planning.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sample data for demonstration purposes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6197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the Dashboard Helps Reduce It</a:t>
            </a:r>
            <a:endParaRPr lang="en-US" sz="1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3616" y="3137098"/>
            <a:ext cx="283461" cy="2834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7024" y="312767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Right-size prep quantities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against the forecast, not last year's guess.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616" y="4119959"/>
            <a:ext cx="283461" cy="283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7024" y="411053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Flag high-surplus-risk days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rainy days, low-attendance Fridays — before cooking begins.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3616" y="5102820"/>
            <a:ext cx="283461" cy="283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7024" y="509339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 actual leftovers back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the model to sharpen next week's forecast.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90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Full-Stack Technology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497806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pragmatic, well-supported stack for a hackathon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85764"/>
            <a:ext cx="5345673" cy="2061964"/>
          </a:xfrm>
          <a:prstGeom prst="roundRect">
            <a:avLst>
              <a:gd name="adj" fmla="val 1332"/>
            </a:avLst>
          </a:prstGeom>
          <a:solidFill>
            <a:srgbClr val="434348"/>
          </a:solidFill>
          <a:ln/>
        </p:spPr>
      </p:sp>
      <p:sp>
        <p:nvSpPr>
          <p:cNvPr id="5" name="Shape 3"/>
          <p:cNvSpPr/>
          <p:nvPr/>
        </p:nvSpPr>
        <p:spPr>
          <a:xfrm>
            <a:off x="844529" y="2168823"/>
            <a:ext cx="549261" cy="54927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36" y="2319834"/>
            <a:ext cx="247148" cy="247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2895402"/>
            <a:ext cx="49795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4529" y="3287812"/>
            <a:ext cx="49795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Recharts / Chart.js for analytics; Tailwind CSS for fast, consistent UI.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4448" y="1985764"/>
            <a:ext cx="5345773" cy="2061964"/>
          </a:xfrm>
          <a:prstGeom prst="roundRect">
            <a:avLst>
              <a:gd name="adj" fmla="val 1332"/>
            </a:avLst>
          </a:prstGeom>
          <a:solidFill>
            <a:srgbClr val="434348"/>
          </a:solidFill>
          <a:ln/>
        </p:spPr>
      </p:sp>
      <p:sp>
        <p:nvSpPr>
          <p:cNvPr id="10" name="Shape 7"/>
          <p:cNvSpPr/>
          <p:nvPr/>
        </p:nvSpPr>
        <p:spPr>
          <a:xfrm>
            <a:off x="6367502" y="2168823"/>
            <a:ext cx="549261" cy="54927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8509" y="2319834"/>
            <a:ext cx="247148" cy="2471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7502" y="2895402"/>
            <a:ext cx="497966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 /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67502" y="3287812"/>
            <a:ext cx="497966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(Python) or Node.js/Express exposing REST endpoints for forecasts, waste &amp; CRUD data.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4225032"/>
            <a:ext cx="5345673" cy="2061964"/>
          </a:xfrm>
          <a:prstGeom prst="roundRect">
            <a:avLst>
              <a:gd name="adj" fmla="val 1332"/>
            </a:avLst>
          </a:prstGeom>
          <a:solidFill>
            <a:srgbClr val="43434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529" y="4408091"/>
            <a:ext cx="549261" cy="54927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536" y="4559102"/>
            <a:ext cx="247148" cy="2471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529" y="5134670"/>
            <a:ext cx="49795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 Service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4529" y="5527080"/>
            <a:ext cx="49795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 pandas, scikit-learn, XGBoost, Prophet/statsmodels — scheduled retraining via cron.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4448" y="4225032"/>
            <a:ext cx="5345773" cy="2061964"/>
          </a:xfrm>
          <a:prstGeom prst="roundRect">
            <a:avLst>
              <a:gd name="adj" fmla="val 1332"/>
            </a:avLst>
          </a:prstGeom>
          <a:solidFill>
            <a:srgbClr val="434348"/>
          </a:solidFill>
          <a:ln/>
        </p:spPr>
      </p:sp>
      <p:sp>
        <p:nvSpPr>
          <p:cNvPr id="20" name="Shape 15"/>
          <p:cNvSpPr/>
          <p:nvPr/>
        </p:nvSpPr>
        <p:spPr>
          <a:xfrm>
            <a:off x="6367502" y="4408091"/>
            <a:ext cx="549261" cy="54927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8509" y="4559102"/>
            <a:ext cx="247148" cy="2471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7502" y="5134670"/>
            <a:ext cx="497966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367502" y="5527080"/>
            <a:ext cx="497966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for structured records; scheduled ETL jobs to pull attendance &amp; consumption logs.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8863"/>
            <a:ext cx="6296860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 Highlights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239441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sets this apart from a plain forecasting script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90873"/>
            <a:ext cx="6296860" cy="10795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333" y="1760538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Calendar-Aware Ensemble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07333" y="2067818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Blends classical time-series with gradient boosting so holidays and events aren't just noise — they're signals.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90428"/>
            <a:ext cx="6296860" cy="10795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333" y="2960092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Feedback-Driven Retraining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907333" y="326737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leftovers and shortages flow back into the pipeline, so the model keeps improving on its own.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89983"/>
            <a:ext cx="6296860" cy="10795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7333" y="4159647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Actionable Waste Alerts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907333" y="4466927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a forecast number — the dashboard recommends the specific quantity to prep for each menu item.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89537"/>
            <a:ext cx="6296860" cy="10795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7333" y="5359202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Explainable Predictions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907333" y="5666482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Feature-importance view shows staff why tomorrow's forecast changed, building trust and adoption.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2026-09-15T07:36:32Z</dcterms:created>
  <dcterms:modified xsi:type="dcterms:W3CDTF">2026-09-15T07:36:32Z</dcterms:modified>
</cp:coreProperties>
</file>